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1005840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Aptos"/>
              </a:rPr>
              <a:t>PROJET FINAL • GOMYCODE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28800"/>
            <a:ext cx="10698480" cy="8229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4600" b="1">
                <a:solidFill>
                  <a:srgbClr val="F7F7F5"/>
                </a:solidFill>
                <a:latin typeface="Aptos Display"/>
              </a:rPr>
              <a:t>LIBERTYSHOP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88920"/>
            <a:ext cx="10058400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500" b="1">
                <a:solidFill>
                  <a:srgbClr val="D4AF37"/>
                </a:solidFill>
                <a:latin typeface="Aptos"/>
              </a:rPr>
              <a:t>L’élégance. La technologie.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566160"/>
            <a:ext cx="9875520" cy="6858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100" b="0">
                <a:solidFill>
                  <a:srgbClr val="F7F7F5"/>
                </a:solidFill>
                <a:latin typeface="Aptos"/>
              </a:rPr>
              <a:t>Plateforme e-commerce de vente de téléphones et d’accessoires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434840"/>
            <a:ext cx="987552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0">
                <a:solidFill>
                  <a:srgbClr val="B4B4B4"/>
                </a:solidFill>
                <a:latin typeface="Aptos"/>
              </a:rPr>
              <a:t>Présentation du projet, du déploiement et des tests en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760720"/>
            <a:ext cx="731520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B4B4B4"/>
                </a:solidFill>
                <a:latin typeface="Aptos"/>
              </a:rPr>
              <a:t>Développement Web Full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6144768"/>
            <a:ext cx="8229600" cy="23083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 dirty="0">
                <a:solidFill>
                  <a:srgbClr val="B4B4B4"/>
                </a:solidFill>
                <a:latin typeface="Aptos"/>
              </a:rPr>
              <a:t>Nom : __________</a:t>
            </a:r>
            <a:r>
              <a:rPr lang="fr-FR" sz="1200" b="0">
                <a:solidFill>
                  <a:srgbClr val="B4B4B4"/>
                </a:solidFill>
                <a:latin typeface="Aptos"/>
              </a:rPr>
              <a:t>Alioune THIOUNE</a:t>
            </a:r>
            <a:r>
              <a:rPr sz="1200" b="0">
                <a:solidFill>
                  <a:srgbClr val="B4B4B4"/>
                </a:solidFill>
                <a:latin typeface="Aptos"/>
              </a:rPr>
              <a:t>__________       Date 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D4AF37"/>
                </a:solidFill>
                <a:latin typeface="Aptos"/>
              </a:rPr>
              <a:t>1. Présentation du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9672"/>
            <a:ext cx="109728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900" b="0">
                <a:solidFill>
                  <a:srgbClr val="B4B4B4"/>
                </a:solidFill>
                <a:latin typeface="Aptos"/>
              </a:rPr>
              <a:t>LIBERTYSHOP  •  GOMYCODE                                    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200" b="1">
                <a:solidFill>
                  <a:srgbClr val="F7F7F5"/>
                </a:solidFill>
                <a:latin typeface="Aptos"/>
              </a:rPr>
              <a:t>LibertyShop est une boutique en ligne dédiée à la vente de téléphones et d’accessoires.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429000" cy="219456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Besoin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Proposer aux clients un moyen simple de consulter les produits et de passer commande en ligne.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68880"/>
            <a:ext cx="3429000" cy="219456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Solution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Une application web moderne avec catalogue, panier, commande et espace administrateur.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468880"/>
            <a:ext cx="3429000" cy="219456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Identité visuelle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Une interface épurée construite autour du noir, du blanc et du doré.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1060704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Aptos"/>
              </a:rPr>
              <a:t>Objectif : offrir une expérience d’achat claire, accessible et fonctionnelle.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D4AF37"/>
                </a:solidFill>
                <a:latin typeface="Aptos"/>
              </a:rPr>
              <a:t>2. Objectifs du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9672"/>
            <a:ext cx="109728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900" b="0">
                <a:solidFill>
                  <a:srgbClr val="B4B4B4"/>
                </a:solidFill>
                <a:latin typeface="Aptos"/>
              </a:rPr>
              <a:t>LIBERTYSHOP  •  GOMYCODE                                    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square" lIns="54864" tIns="18288" rIns="36576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7F7F5"/>
                </a:solidFill>
                <a:latin typeface="Aptos"/>
              </a:defRPr>
            </a:pPr>
            <a:r>
              <a:t>•  Créer une interface e-commerce moderne et responsive.</a:t>
            </a:r>
          </a:p>
          <a:p>
            <a:pPr>
              <a:spcAft>
                <a:spcPts val="1400"/>
              </a:spcAft>
              <a:defRPr sz="2000">
                <a:solidFill>
                  <a:srgbClr val="F7F7F5"/>
                </a:solidFill>
                <a:latin typeface="Aptos"/>
              </a:defRPr>
            </a:pPr>
            <a:r>
              <a:t>•  Organiser un catalogue de téléphones et d’accessoires.</a:t>
            </a:r>
          </a:p>
          <a:p>
            <a:pPr>
              <a:spcAft>
                <a:spcPts val="1400"/>
              </a:spcAft>
              <a:defRPr sz="2000">
                <a:solidFill>
                  <a:srgbClr val="F7F7F5"/>
                </a:solidFill>
                <a:latin typeface="Aptos"/>
              </a:defRPr>
            </a:pPr>
            <a:r>
              <a:t>•  Permettre l’ajout d’articles au panier et la gestion des quantités.</a:t>
            </a:r>
          </a:p>
          <a:p>
            <a:pPr>
              <a:spcAft>
                <a:spcPts val="1400"/>
              </a:spcAft>
              <a:defRPr sz="2000">
                <a:solidFill>
                  <a:srgbClr val="F7F7F5"/>
                </a:solidFill>
                <a:latin typeface="Aptos"/>
              </a:defRPr>
            </a:pPr>
            <a:r>
              <a:t>•  Mettre en place un processus de commande.</a:t>
            </a:r>
          </a:p>
          <a:p>
            <a:pPr>
              <a:spcAft>
                <a:spcPts val="1400"/>
              </a:spcAft>
              <a:defRPr sz="2000">
                <a:solidFill>
                  <a:srgbClr val="F7F7F5"/>
                </a:solidFill>
                <a:latin typeface="Aptos"/>
              </a:defRPr>
            </a:pPr>
            <a:r>
              <a:t>•  Développer un espace d’administration.</a:t>
            </a:r>
          </a:p>
          <a:p>
            <a:pPr>
              <a:spcAft>
                <a:spcPts val="1400"/>
              </a:spcAft>
              <a:defRPr sz="2000">
                <a:solidFill>
                  <a:srgbClr val="F7F7F5"/>
                </a:solidFill>
                <a:latin typeface="Aptos"/>
              </a:defRPr>
            </a:pPr>
            <a:r>
              <a:t>•  Déployer l’application et vérifier son fonctionnement en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D4AF37"/>
                </a:solidFill>
                <a:latin typeface="Aptos"/>
              </a:rPr>
              <a:t>3. Technologies utilisées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9672"/>
            <a:ext cx="109728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900" b="0">
                <a:solidFill>
                  <a:srgbClr val="B4B4B4"/>
                </a:solidFill>
                <a:latin typeface="Aptos"/>
              </a:rPr>
              <a:t>LIBERTYSHOP  •  GOMYCODE                                    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155448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React.js + Vite</a:t>
            </a:r>
          </a:p>
          <a:p>
            <a:pPr>
              <a:defRPr sz="1500">
                <a:solidFill>
                  <a:srgbClr val="F7F7F5"/>
                </a:solidFill>
                <a:latin typeface="Aptos"/>
              </a:defRPr>
            </a:pPr>
            <a:r>
              <a:t>Création et compilation de l’interface.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29000" cy="155448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Node.js + Express</a:t>
            </a:r>
          </a:p>
          <a:p>
            <a:pPr>
              <a:defRPr sz="1500">
                <a:solidFill>
                  <a:srgbClr val="F7F7F5"/>
                </a:solidFill>
                <a:latin typeface="Aptos"/>
              </a:defRPr>
            </a:pPr>
            <a:r>
              <a:t>Serveur et API REST.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429000" cy="155448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MongoDB Atlas</a:t>
            </a:r>
          </a:p>
          <a:p>
            <a:pPr>
              <a:defRPr sz="1500">
                <a:solidFill>
                  <a:srgbClr val="F7F7F5"/>
                </a:solidFill>
                <a:latin typeface="Aptos"/>
              </a:defRPr>
            </a:pPr>
            <a:r>
              <a:t>Stockage des produits et commandes.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3429000" cy="155448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Axios</a:t>
            </a:r>
          </a:p>
          <a:p>
            <a:pPr>
              <a:defRPr sz="1500">
                <a:solidFill>
                  <a:srgbClr val="F7F7F5"/>
                </a:solidFill>
                <a:latin typeface="Aptos"/>
              </a:defRPr>
            </a:pPr>
            <a:r>
              <a:t>Communication entre l’interface et l’API.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337560"/>
            <a:ext cx="3429000" cy="155448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GitHub</a:t>
            </a:r>
          </a:p>
          <a:p>
            <a:pPr>
              <a:defRPr sz="1500">
                <a:solidFill>
                  <a:srgbClr val="F7F7F5"/>
                </a:solidFill>
                <a:latin typeface="Aptos"/>
              </a:defRPr>
            </a:pPr>
            <a:r>
              <a:t>Gestion et partage du code 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337560"/>
            <a:ext cx="3429000" cy="155448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Vercel + Render</a:t>
            </a:r>
          </a:p>
          <a:p>
            <a:pPr>
              <a:defRPr sz="1500">
                <a:solidFill>
                  <a:srgbClr val="F7F7F5"/>
                </a:solidFill>
                <a:latin typeface="Aptos"/>
              </a:defRPr>
            </a:pPr>
            <a:r>
              <a:t>Hébergement du frontend et du backend.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Aptos"/>
              </a:rPr>
              <a:t>Architecture de type MERN : MongoDB, Express, React et Node.js.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D4AF37"/>
                </a:solidFill>
                <a:latin typeface="Aptos"/>
              </a:rPr>
              <a:t>4. Architecture et déploiement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9672"/>
            <a:ext cx="109728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900" b="0">
                <a:solidFill>
                  <a:srgbClr val="B4B4B4"/>
                </a:solidFill>
                <a:latin typeface="Aptos"/>
              </a:rPr>
              <a:t>LIBERTYSHOP  •  GOMYCODE                                    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108960" cy="192024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Frontend • Vercel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Interface React consultée par les utilisateurs.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514600"/>
            <a:ext cx="594360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3200" b="1">
                <a:solidFill>
                  <a:srgbClr val="D4AF37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108960" cy="192024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Backend • Render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API Express qui traite les requêtes.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514600"/>
            <a:ext cx="594360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/>
            <a:r>
              <a:rPr sz="3200" b="1">
                <a:solidFill>
                  <a:srgbClr val="D4AF37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828800"/>
            <a:ext cx="3246120" cy="192024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MongoDB Atlas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Base distante qui conserve les données.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10698480" cy="6858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900" b="0">
                <a:solidFill>
                  <a:srgbClr val="F7F7F5"/>
                </a:solidFill>
                <a:latin typeface="Aptos"/>
              </a:rPr>
              <a:t>Le frontend utilise une variable d’environnement pour communiquer avec l’API de production.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94960"/>
            <a:ext cx="1069848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400" b="0">
                <a:solidFill>
                  <a:srgbClr val="D4AF37"/>
                </a:solidFill>
                <a:latin typeface="Aptos"/>
              </a:rPr>
              <a:t>API : https://liberty-shop-backend.onrender.com/api/products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D4AF37"/>
                </a:solidFill>
                <a:latin typeface="Aptos"/>
              </a:rPr>
              <a:t>5. Fonctionnalités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9672"/>
            <a:ext cx="109728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900" b="0">
                <a:solidFill>
                  <a:srgbClr val="B4B4B4"/>
                </a:solidFill>
                <a:latin typeface="Aptos"/>
              </a:rPr>
              <a:t>LIBERTYSHOP  •  GOMYCODE                                     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155448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Catalogue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Consultation des produits et de leurs détails.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29000" cy="155448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Panier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Ajout d’articles et gestion des quantités.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17320"/>
            <a:ext cx="3429000" cy="155448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Commandes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Informations de livraison et choix du mode de livraison et de paiement.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3429000" cy="155448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Administration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Connexion et accès au tableau de bord.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429000"/>
            <a:ext cx="3429000" cy="155448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Base de données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Enregistrement des produits et des commandes.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429000"/>
            <a:ext cx="3429000" cy="155448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Production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Application hébergée en ligne.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69848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D4AF37"/>
                </a:solidFill>
                <a:latin typeface="Aptos"/>
              </a:rPr>
              <a:t>Visuels à ajouter : captures de la page d’accueil, du catalogue et du panier.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D4AF37"/>
                </a:solidFill>
                <a:latin typeface="Aptos"/>
              </a:rPr>
              <a:t>6. Tests réalisés en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9672"/>
            <a:ext cx="109728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900" b="0">
                <a:solidFill>
                  <a:srgbClr val="B4B4B4"/>
                </a:solidFill>
                <a:latin typeface="Aptos"/>
              </a:rPr>
              <a:t>LIBERTYSHOP  •  GOMYCODE                                     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212080" cy="932688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D4AF37"/>
                </a:solidFill>
                <a:latin typeface="Aptos Display"/>
              </a:rPr>
              <a:t>Compilation du frontend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✓  Réussie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212080" cy="932688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D4AF37"/>
                </a:solidFill>
                <a:latin typeface="Aptos Display"/>
              </a:rPr>
              <a:t>Déploiement sur Vercel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✓  Réussi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70048"/>
            <a:ext cx="5212080" cy="932688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D4AF37"/>
                </a:solidFill>
                <a:latin typeface="Aptos Display"/>
              </a:rPr>
              <a:t>Connexion administrateur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✓  Fonctionnelle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670048"/>
            <a:ext cx="5212080" cy="932688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D4AF37"/>
                </a:solidFill>
                <a:latin typeface="Aptos Display"/>
              </a:rPr>
              <a:t>Gestion du panier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✓  Testée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68496"/>
            <a:ext cx="5212080" cy="932688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D4AF37"/>
                </a:solidFill>
                <a:latin typeface="Aptos Display"/>
              </a:rPr>
              <a:t>Passage d’une commande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✓  Confirmé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68496"/>
            <a:ext cx="5212080" cy="932688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D4AF37"/>
                </a:solidFill>
                <a:latin typeface="Aptos Display"/>
              </a:rPr>
              <a:t>Commande dans MongoDB Atlas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✓  Confirmée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Aptos"/>
              </a:rPr>
              <a:t>La commande de test est apparue dans MongoDB Atlas après validation sur le site.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D4AF37"/>
                </a:solidFill>
                <a:latin typeface="Aptos"/>
              </a:rPr>
              <a:t>7. Difficultés et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02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9672"/>
            <a:ext cx="109728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900" b="0">
                <a:solidFill>
                  <a:srgbClr val="B4B4B4"/>
                </a:solidFill>
                <a:latin typeface="Aptos"/>
              </a:rPr>
              <a:t>LIBERTYSHOP  •  GOMYCODE                                     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1874519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Difficultés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Erreur de syntaxe et d’export dans la connexion administrateur ; vérification de l’adresse de l’API.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08760"/>
            <a:ext cx="5212080" cy="1874519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Solutions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Correction du composant, compilation réussie, mise à jour du code et redéploiement.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94760"/>
            <a:ext cx="5212080" cy="160020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Résultat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La connexion administrateur et les principaux parcours ont été retestés avec succès.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794760"/>
            <a:ext cx="5212080" cy="1600200"/>
          </a:xfrm>
          <a:prstGeom prst="round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Ins="164592" bIns="91440" rtlCol="0" anchor="ctr"/>
          <a:lstStyle/>
          <a:p>
            <a:pPr algn="ctr">
              <a:spcAft>
                <a:spcPts val="700"/>
              </a:spcAft>
            </a:pPr>
            <a:r>
              <a:rPr sz="1800" b="1">
                <a:solidFill>
                  <a:srgbClr val="D4AF37"/>
                </a:solidFill>
                <a:latin typeface="Aptos Display"/>
              </a:rPr>
              <a:t>Compétences mobilisées</a:t>
            </a:r>
          </a:p>
          <a:p>
            <a:pPr>
              <a:defRPr sz="1400">
                <a:solidFill>
                  <a:srgbClr val="F7F7F5"/>
                </a:solidFill>
                <a:latin typeface="Aptos"/>
              </a:defRPr>
            </a:pPr>
            <a:r>
              <a:t>Débogage, configuration, déploiement et vérification des données.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1069848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D4AF37"/>
                </a:solidFill>
                <a:latin typeface="Aptos"/>
              </a:rPr>
              <a:t>Des contrôles complémentaires peuvent encore renforcer la validation finale.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24128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424160" cy="7315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3800" b="1">
                <a:solidFill>
                  <a:srgbClr val="F7F7F5"/>
                </a:solidFill>
                <a:latin typeface="Aptos"/>
              </a:rPr>
              <a:t>LIBERTYSHOP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2412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400" b="1">
                <a:solidFill>
                  <a:srgbClr val="D4AF37"/>
                </a:solidFill>
                <a:latin typeface="Aptos"/>
              </a:rPr>
              <a:t>Un projet Full Stack déployé en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10332720" cy="1965960"/>
          </a:xfrm>
          <a:prstGeom prst="rect">
            <a:avLst/>
          </a:prstGeom>
          <a:noFill/>
        </p:spPr>
        <p:txBody>
          <a:bodyPr wrap="square" lIns="54864" tIns="18288" r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7F7F5"/>
                </a:solidFill>
                <a:latin typeface="Aptos"/>
              </a:defRPr>
            </a:pPr>
            <a:r>
              <a:t>•  Le frontend, le backend et la base de données sont connectés.</a:t>
            </a:r>
          </a:p>
          <a:p>
            <a:pPr>
              <a:spcAft>
                <a:spcPts val="1200"/>
              </a:spcAft>
              <a:defRPr sz="1700">
                <a:solidFill>
                  <a:srgbClr val="F7F7F5"/>
                </a:solidFill>
                <a:latin typeface="Aptos"/>
              </a:defRPr>
            </a:pPr>
            <a:r>
              <a:t>•  Le panier et le passage de commande ont été testés.</a:t>
            </a:r>
          </a:p>
          <a:p>
            <a:pPr>
              <a:spcAft>
                <a:spcPts val="1200"/>
              </a:spcAft>
              <a:defRPr sz="1700">
                <a:solidFill>
                  <a:srgbClr val="F7F7F5"/>
                </a:solidFill>
                <a:latin typeface="Aptos"/>
              </a:defRPr>
            </a:pPr>
            <a:r>
              <a:t>•  La commande de test a été enregistrée dans MongoDB Atlas.</a:t>
            </a:r>
          </a:p>
          <a:p>
            <a:pPr>
              <a:spcAft>
                <a:spcPts val="1200"/>
              </a:spcAft>
              <a:defRPr sz="1700">
                <a:solidFill>
                  <a:srgbClr val="F7F7F5"/>
                </a:solidFill>
                <a:latin typeface="Aptos"/>
              </a:defRPr>
            </a:pPr>
            <a:r>
              <a:t>•  Le projet pourra évoluer avec des tests complémentaires et de nouvelles fonctionnalités.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1069848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F7F7F5"/>
                </a:solidFill>
                <a:latin typeface="Aptos"/>
              </a:rPr>
              <a:t>Frontend : github.com/Shelby2211/liberty-shop-frontend-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69848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F7F7F5"/>
                </a:solidFill>
                <a:latin typeface="Aptos"/>
              </a:rPr>
              <a:t>Backend : github.com/Shelby2211/liberty-shop-backend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24128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Aptos"/>
              </a:rPr>
              <a:t>Merci pour votre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631</Words>
  <Application>Microsoft Office PowerPoint</Application>
  <PresentationFormat>Grand écran</PresentationFormat>
  <Paragraphs>103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finale LibertyShop</dc:title>
  <dc:subject>Projet final GoMyCode - déploiement et tests</dc:subject>
  <dc:creator>LibertyShop</dc:creator>
  <cp:keywords>LibertyShop, GoMyCode, e-commerce, MERN, déploiement</cp:keywords>
  <dc:description>generated using python-pptx</dc:description>
  <cp:lastModifiedBy>Dare Devil</cp:lastModifiedBy>
  <cp:revision>2</cp:revision>
  <dcterms:created xsi:type="dcterms:W3CDTF">2013-01-27T09:14:16Z</dcterms:created>
  <dcterms:modified xsi:type="dcterms:W3CDTF">2026-10-15T22:31:55Z</dcterms:modified>
  <cp:category/>
</cp:coreProperties>
</file>